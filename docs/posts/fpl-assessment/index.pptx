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43000"/>
            <a:ext cx="51054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01700"/>
            <a:ext cx="5105400" cy="298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76300"/>
            <a:ext cx="5105400" cy="303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0" y="203200"/>
            <a:ext cx="30988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Recall a time when you were the </a:t>
            </a:r>
            <a:r>
              <a:rPr i="1"/>
              <a:t>object</a:t>
            </a:r>
            <a:r>
              <a:rPr/>
              <a:t> in an educational transaction, where ‘teaching’ or ‘assessing’ was something done </a:t>
            </a:r>
            <a:r>
              <a:rPr b="1"/>
              <a:t>to</a:t>
            </a:r>
            <a:r>
              <a:rPr/>
              <a:t> you. What might YOU do to avoid commoditizing grades in your practice?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2025-10-23T19:48:28Z</dcterms:created>
  <dcterms:modified xsi:type="dcterms:W3CDTF">2025-10-23T19:48:28Z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footer">
    <vt:lpwstr>colin.madland@twu.ca | TWU Faculty Professional Learning Seminar</vt:lpwstr>
  </property>
  <property fmtid="{D5CDD505-2E9C-101B-9397-08002B2CF9AE}" pid="10" name="header-includes">
    <vt:lpwstr/>
  </property>
  <property fmtid="{D5CDD505-2E9C-101B-9397-08002B2CF9AE}" pid="11" name="image">
    <vt:lpwstr>vineyard.jpg</vt:lpwstr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logo">
    <vt:lpwstr>twulogo.png</vt:lpwstr>
  </property>
  <property fmtid="{D5CDD505-2E9C-101B-9397-08002B2CF9AE}" pid="16" name="title-block-banner">
    <vt:lpwstr>True</vt:lpwstr>
  </property>
  <property fmtid="{D5CDD505-2E9C-101B-9397-08002B2CF9AE}" pid="17" name="toc-title">
    <vt:lpwstr>Table of contents</vt:lpwstr>
  </property>
</Properties>
</file>