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0" y="203200"/>
            <a:ext cx="30988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2025-10-23T20:22:30Z</dcterms:created>
  <dcterms:modified xsi:type="dcterms:W3CDTF">2025-10-23T20:22:30Z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