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75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71700"/>
            <a:ext cx="5105400" cy="45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33400"/>
            <a:ext cx="51054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Reassessment without penalty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18100" y="203200"/>
            <a:ext cx="1993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2026-06-06T16:47:48Z</dcterms:created>
  <dcterms:modified xsi:type="dcterms:W3CDTF">2026-06-06T16:47:48Z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vineyard.jpg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