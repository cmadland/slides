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Enter 1-3 words at a time that summarize your assessment identity. (WordCloud)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method of reporting assignment grades to learners best fits your current practice? - percentage scale (e.g., 74%) - raw score (e.g., 19/26) - letter grade (e.g., A+, A, A- … C-, D, F) - proficiency scale (e.g. Excellent, Meets Expectations, Revision Needed, Not Assessable) - a combination of the above - other (please specify)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Re-imagining Assessment Choices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mission of Trinity Western University, as an arm of the Church, is to develop godly Christian leaders: positive, goal-oriented university graduates with thoroughly Christian minds; growing disciples of Jesus Christ who glorify God through fulfilling the Great Commission, serving God and people in the various marketplaces of life.”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is ontological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assessing is ontological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 as it is and how it came to be.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Recall a time when you were the </a:t>
            </a:r>
            <a:r>
              <a:rPr i="1"/>
              <a:t>object</a:t>
            </a:r>
            <a:r>
              <a:rPr/>
              <a:t> in an educational transaction, where ‘teaching’ or ‘assessing’ was something done </a:t>
            </a:r>
            <a:r>
              <a:rPr b="1"/>
              <a:t>to</a:t>
            </a:r>
            <a:r>
              <a:rPr/>
              <a:t> you. What might YOU do to avoid commoditizing grades in your practice?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Agency in Assessment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6997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quality.characteristics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Outstanding, excellent work; exceptional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Good, competent work; laudable performance with…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Adequate, reasonably satisfactory work; fair performance but infrequent evidence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Minimally acceptable work; relatively weak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Inadequate work; poor performance that indicates a lack of understanding 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University-wide system of percentage equivalents is shown in the table below [next slide]. </a:t>
            </a:r>
            <a:r>
              <a:rPr sz="2000" i="1"/>
              <a:t>Faculty members may deviate from this scale</a:t>
            </a:r>
            <a:r>
              <a:rPr sz="2000"/>
              <a:t>; however, if they do so, they must indicate, in their course syllabus, the percentage equivalency system they use.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 What do you wonder?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5527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43000"/>
            <a:ext cx="51054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1282700"/>
                <a:gridCol w="25654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Data_type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True.Zero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| ❌ | 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| ❌ | 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| ✅ | 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| ✅ | 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Nominal</a:t>
            </a:r>
          </a:p>
          <a:p>
            <a:pPr lvl="0" indent="0" marL="1270000">
              <a:buNone/>
            </a:pPr>
            <a:r>
              <a:rPr sz="2000"/>
              <a:t>named</a:t>
            </a:r>
          </a:p>
          <a:p>
            <a:pPr lvl="0" indent="0" marL="1270000">
              <a:buNone/>
            </a:pPr>
            <a:r>
              <a:rPr sz="2000"/>
              <a:t>counts, mode</a:t>
            </a:r>
          </a:p>
          <a:p>
            <a:pPr lvl="0" indent="0" marL="0">
              <a:buNone/>
            </a:pPr>
            <a:r>
              <a:rPr b="1"/>
              <a:t>Ordinal</a:t>
            </a:r>
          </a:p>
          <a:p>
            <a:pPr lvl="0" indent="0" marL="1270000">
              <a:buNone/>
            </a:pPr>
            <a:r>
              <a:rPr sz="2000"/>
              <a:t>named, ordered</a:t>
            </a:r>
          </a:p>
          <a:p>
            <a:pPr lvl="0" indent="0" marL="1270000">
              <a:buNone/>
            </a:pPr>
            <a:r>
              <a:rPr sz="2000"/>
              <a:t>counts, mode, median</a:t>
            </a:r>
          </a:p>
          <a:p>
            <a:pPr lvl="0" indent="0" marL="0">
              <a:buNone/>
            </a:pPr>
            <a:r>
              <a:rPr b="1"/>
              <a:t>Interval</a:t>
            </a:r>
          </a:p>
          <a:p>
            <a:pPr lvl="0" indent="0" marL="1270000">
              <a:buNone/>
            </a:pPr>
            <a:r>
              <a:rPr sz="2000"/>
              <a:t>named, ordered, equidistant</a:t>
            </a:r>
          </a:p>
          <a:p>
            <a:pPr lvl="0" indent="0" marL="1270000">
              <a:buNone/>
            </a:pPr>
            <a:r>
              <a:rPr sz="2000"/>
              <a:t>counts, mean, median, mode, standard deviation</a:t>
            </a:r>
          </a:p>
          <a:p>
            <a:pPr lvl="0" indent="0" marL="0">
              <a:buNone/>
            </a:pPr>
            <a:r>
              <a:rPr b="1"/>
              <a:t>Ratio</a:t>
            </a:r>
          </a:p>
          <a:p>
            <a:pPr lvl="0" indent="0" marL="1270000">
              <a:buNone/>
            </a:pPr>
            <a:r>
              <a:rPr sz="2000"/>
              <a:t>named, ordered, equidistant, true zero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Re-imagining Assessment Choices</dc:title>
  <dc:creator>Colin Madland</dc:creator>
  <cp:keywords/>
  <dcterms:created xsi:type="dcterms:W3CDTF">2025-10-22T17:05:23Z</dcterms:created>
  <dcterms:modified xsi:type="dcterms:W3CDTF">2025-10-22T17:05:23Z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draft">
    <vt:lpwstr>True</vt:lpwstr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vineyard.jpg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