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0" y="203200"/>
            <a:ext cx="30988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2026-01-15T21:11:54Z</dcterms:created>
  <dcterms:modified xsi:type="dcterms:W3CDTF">2026-01-15T21:11:54Z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vineyard.jpg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