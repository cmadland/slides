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mad.lan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Transforming Assessment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Colin Madland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2025-10-23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Assessment?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Assessment Triangle</a:t>
            </a:r>
          </a:p>
        </p:txBody>
      </p:sp>
      <p:pic>
        <p:nvPicPr>
          <p:cNvPr descr="assessment-tr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37000" y="203200"/>
            <a:ext cx="4381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Purposes of Assessment…</a:t>
            </a:r>
          </a:p>
          <a:p>
            <a:pPr lvl="0" indent="0" marL="0">
              <a:buNone/>
            </a:pPr>
            <a:r>
              <a:rPr/>
              <a:t>…of learning</a:t>
            </a:r>
            <a:br/>
            <a:r>
              <a:rPr/>
              <a:t>…for learning</a:t>
            </a:r>
            <a:br/>
            <a:r>
              <a:rPr/>
              <a:t>…as learning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Identity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beliefs | feelings | knowledge | skills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is ontological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Breakout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 with your group how you would characterize your assessment identity.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Highlights?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Assessment as Transaction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596900"/>
            <a:ext cx="51054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cmad.land</a:t>
            </a:r>
            <a:r>
              <a:rPr/>
              <a:t> - slides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Transforming Assessment</dc:title>
  <dc:creator>Colin Madland</dc:creator>
  <cp:keywords/>
  <dcterms:created xsi:type="dcterms:W3CDTF">2025-10-17T21:45:11Z</dcterms:created>
  <dcterms:modified xsi:type="dcterms:W3CDTF">2025-10-17T21:45:11Z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../../refs.bib</vt:lpwstr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sl">
    <vt:lpwstr>../../apa.csl</vt:lpwstr>
  </property>
  <property fmtid="{D5CDD505-2E9C-101B-9397-08002B2CF9AE}" pid="8" name="date">
    <vt:lpwstr>2025-10-23</vt:lpwstr>
  </property>
  <property fmtid="{D5CDD505-2E9C-101B-9397-08002B2CF9AE}" pid="9" name="draft">
    <vt:lpwstr>True</vt:lpwstr>
  </property>
  <property fmtid="{D5CDD505-2E9C-101B-9397-08002B2CF9AE}" pid="10" name="header-includes">
    <vt:lpwstr/>
  </property>
  <property fmtid="{D5CDD505-2E9C-101B-9397-08002B2CF9AE}" pid="11" name="image">
    <vt:lpwstr>vineyard.jpg</vt:lpwstr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logo">
    <vt:lpwstr>twulogo.png</vt:lpwstr>
  </property>
  <property fmtid="{D5CDD505-2E9C-101B-9397-08002B2CF9AE}" pid="16" name="title-block-banner">
    <vt:lpwstr>True</vt:lpwstr>
  </property>
  <property fmtid="{D5CDD505-2E9C-101B-9397-08002B2CF9AE}" pid="17" name="toc-title">
    <vt:lpwstr>Table of contents</vt:lpwstr>
  </property>
</Properties>
</file>