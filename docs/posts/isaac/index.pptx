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Isaac Madland - Capstone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Physiotherapist or Carpenter</a:t>
            </a:r>
            <a:br/>
            <a:br/>
            <a:r>
              <a:rPr/>
              <a:t>Isaac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Football &amp; Rugby</a:t>
            </a:r>
          </a:p>
          <a:p>
            <a:pPr lvl="0"/>
            <a:r>
              <a:rPr/>
              <a:t>Injuries</a:t>
            </a:r>
          </a:p>
          <a:p>
            <a:pPr lvl="1"/>
            <a:r>
              <a:rPr/>
              <a:t>concussions</a:t>
            </a:r>
          </a:p>
          <a:p>
            <a:pPr lvl="1"/>
            <a:r>
              <a:rPr/>
              <a:t>meniscus</a:t>
            </a:r>
          </a:p>
          <a:p>
            <a:pPr lvl="1"/>
            <a:r>
              <a:rPr/>
              <a:t>ACL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Post-concussion Syndrome</a:t>
            </a:r>
          </a:p>
          <a:p>
            <a:pPr lvl="1"/>
            <a:r>
              <a:rPr/>
              <a:t>migraines</a:t>
            </a:r>
          </a:p>
          <a:p>
            <a:pPr lvl="1"/>
            <a:r>
              <a:rPr/>
              <a:t>brain fog</a:t>
            </a:r>
          </a:p>
          <a:p>
            <a:pPr lvl="1"/>
            <a:r>
              <a:rPr/>
              <a:t>difficulty with concentrating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Triggers</a:t>
            </a:r>
          </a:p>
          <a:p>
            <a:pPr lvl="1"/>
            <a:r>
              <a:rPr/>
              <a:t>flourescent lights</a:t>
            </a:r>
          </a:p>
          <a:p>
            <a:pPr lvl="1"/>
            <a:r>
              <a:rPr/>
              <a:t>projectors</a:t>
            </a:r>
          </a:p>
          <a:p>
            <a:pPr lvl="1"/>
            <a:r>
              <a:rPr/>
              <a:t>hallway noise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Human Kinetics</a:t>
            </a:r>
          </a:p>
          <a:p>
            <a:pPr lvl="1"/>
            <a:r>
              <a:rPr/>
              <a:t>interest in injury recovery</a:t>
            </a:r>
          </a:p>
          <a:p>
            <a:pPr lvl="1"/>
            <a:r>
              <a:rPr/>
              <a:t>desire to stay connected with organized athletics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Learning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Grandpa Gore Award</a:t>
            </a:r>
          </a:p>
          <a:p>
            <a:pPr lvl="1"/>
            <a:r>
              <a:rPr/>
              <a:t>determination</a:t>
            </a:r>
          </a:p>
          <a:p>
            <a:pPr lvl="1"/>
            <a:r>
              <a:rPr/>
              <a:t>faith in teammates</a:t>
            </a:r>
          </a:p>
          <a:p>
            <a:pPr lvl="1"/>
            <a:r>
              <a:rPr/>
              <a:t>leadership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Competency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Critical Thinking</a:t>
            </a:r>
          </a:p>
          <a:p>
            <a:pPr lvl="0"/>
            <a:r>
              <a:rPr/>
              <a:t>challenging due to PCS</a:t>
            </a:r>
          </a:p>
          <a:p>
            <a:pPr lvl="0"/>
            <a:r>
              <a:rPr/>
              <a:t>significant difficulty with math and science in Gr 9-10</a:t>
            </a:r>
          </a:p>
          <a:p>
            <a:pPr lvl="0"/>
            <a:r>
              <a:rPr/>
              <a:t>turnaround in Math 10 (thank you Ms…!)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Critical Thinking</a:t>
            </a:r>
          </a:p>
          <a:p>
            <a:pPr lvl="0"/>
            <a:r>
              <a:rPr/>
              <a:t>personal sense of pride</a:t>
            </a:r>
          </a:p>
          <a:p>
            <a:pPr lvl="0"/>
            <a:r>
              <a:rPr/>
              <a:t>exceeded my own expectations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Music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Athletics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 -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drumming since age 4</a:t>
            </a:r>
          </a:p>
          <a:p>
            <a:pPr lvl="0"/>
            <a:r>
              <a:rPr/>
              <a:t>older brother was an inspiration</a:t>
            </a:r>
          </a:p>
          <a:p>
            <a:pPr lvl="0"/>
            <a:r>
              <a:rPr/>
              <a:t>impeccable sense of timing</a:t>
            </a:r>
          </a:p>
          <a:p>
            <a:pPr lvl="0"/>
            <a:r>
              <a:rPr/>
              <a:t>offered session gigs from producers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Skills Showcase -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have already connected with musicians near TWU</a:t>
            </a:r>
          </a:p>
          <a:p>
            <a:pPr lvl="0"/>
            <a:r>
              <a:rPr/>
              <a:t>plan to get involved as much as possible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execute treatment plans</a:t>
            </a:r>
          </a:p>
          <a:p>
            <a:pPr lvl="1"/>
            <a:r>
              <a:rPr/>
              <a:t>improve physical ability</a:t>
            </a:r>
          </a:p>
          <a:p>
            <a:pPr lvl="1"/>
            <a:r>
              <a:rPr/>
              <a:t>ease pain</a:t>
            </a:r>
          </a:p>
          <a:p>
            <a:pPr lvl="1"/>
            <a:r>
              <a:rPr/>
              <a:t>prevent further problems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need to manage complex needs with every patient (e.g. torn biceps brachii vs plantar fasciitis)</a:t>
            </a:r>
          </a:p>
          <a:p>
            <a:pPr lvl="0"/>
            <a:r>
              <a:rPr/>
              <a:t>requires deep knowledge of anatomy and physiology</a:t>
            </a:r>
          </a:p>
          <a:p>
            <a:pPr lvl="0"/>
            <a:r>
              <a:rPr/>
              <a:t>diagnoses from process of elimination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Working Conditions</a:t>
            </a:r>
          </a:p>
          <a:p>
            <a:pPr lvl="0"/>
            <a:r>
              <a:rPr/>
              <a:t>wide variety</a:t>
            </a:r>
          </a:p>
          <a:p>
            <a:pPr lvl="1"/>
            <a:r>
              <a:rPr/>
              <a:t>public clinics</a:t>
            </a:r>
          </a:p>
          <a:p>
            <a:pPr lvl="1"/>
            <a:r>
              <a:rPr/>
              <a:t>private practice</a:t>
            </a:r>
          </a:p>
          <a:p>
            <a:pPr lvl="1"/>
            <a:r>
              <a:rPr/>
              <a:t>hospitals</a:t>
            </a:r>
          </a:p>
          <a:p>
            <a:pPr lvl="1"/>
            <a:r>
              <a:rPr/>
              <a:t>travelling to remote locations</a:t>
            </a:r>
          </a:p>
          <a:p>
            <a:pPr lvl="0"/>
            <a:r>
              <a:rPr/>
              <a:t>combination of office and gym environment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Salary and Outlook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Province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Salary.per.year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Relation.to.Average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British Columbia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$114,420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Alberta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$90,005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Saskatchewan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$93,213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Manitoba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$73,825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-16%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Ontario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$86,628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Quebec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$84,088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P.E.I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$50,574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-42%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Newfoundland and Labrador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$99,373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+13%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Nova Scotia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$69,160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-21%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Source: Indeed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Outlook</a:t>
            </a:r>
          </a:p>
          <a:p>
            <a:pPr lvl="0"/>
            <a:r>
              <a:rPr/>
              <a:t>average provincial need is moderate.</a:t>
            </a:r>
          </a:p>
          <a:p>
            <a:pPr lvl="0"/>
            <a:r>
              <a:rPr/>
              <a:t>higher demand in the Maritimes and Alberta.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Educational Pathways</a:t>
            </a:r>
          </a:p>
          <a:p>
            <a:pPr lvl="0"/>
            <a:r>
              <a:rPr/>
              <a:t>A masters degree in physiotherapy along with a period of supervised practical training</a:t>
            </a:r>
          </a:p>
          <a:p>
            <a:pPr lvl="0"/>
            <a:r>
              <a:rPr/>
              <a:t>A license or registration with a regulatory body</a:t>
            </a:r>
          </a:p>
          <a:p>
            <a:pPr lvl="0"/>
            <a:r>
              <a:rPr/>
              <a:t>Completion of physiotherapy competency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Educational Pathways</a:t>
            </a:r>
          </a:p>
          <a:p>
            <a:pPr lvl="0"/>
            <a:r>
              <a:rPr/>
              <a:t>BHK at Trinity Western University</a:t>
            </a:r>
          </a:p>
          <a:p>
            <a:pPr lvl="0"/>
            <a:r>
              <a:rPr/>
              <a:t>MSc at UBC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 - Physiotherapy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Physio?</a:t>
            </a:r>
          </a:p>
          <a:p>
            <a:pPr lvl="0"/>
            <a:r>
              <a:rPr/>
              <a:t>athletics</a:t>
            </a:r>
          </a:p>
          <a:p>
            <a:pPr lvl="0"/>
            <a:r>
              <a:rPr/>
              <a:t>injuries</a:t>
            </a:r>
          </a:p>
          <a:p>
            <a:pPr lvl="0"/>
            <a:r>
              <a:rPr/>
              <a:t>recovery is physical and mental</a:t>
            </a:r>
          </a:p>
          <a:p>
            <a:pPr lvl="0"/>
            <a:r>
              <a:rPr/>
              <a:t>struggled with depression and anxiety</a:t>
            </a:r>
          </a:p>
          <a:p>
            <a:pPr lvl="0"/>
            <a:r>
              <a:rPr/>
              <a:t>desire to help people recover</a:t>
            </a:r>
          </a:p>
          <a:p>
            <a:pPr lvl="0"/>
            <a:r>
              <a:rPr/>
              <a:t>help people feel seen and respected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B - Carpentry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 variety of individual trades</a:t>
            </a:r>
          </a:p>
          <a:p>
            <a:pPr lvl="0"/>
            <a:r>
              <a:rPr/>
              <a:t>physically demanding</a:t>
            </a:r>
          </a:p>
          <a:p>
            <a:pPr lvl="0"/>
            <a:r>
              <a:rPr/>
              <a:t>requires skill with hand tools</a:t>
            </a:r>
          </a:p>
          <a:p>
            <a:pPr lvl="0"/>
            <a:r>
              <a:rPr/>
              <a:t>job sites vary, and are outside</a:t>
            </a:r>
          </a:p>
          <a:p>
            <a:pPr lvl="0"/>
            <a:r>
              <a:rPr/>
              <a:t>requires heavy lifting, use of dangerous tools, and PPE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Work/Volunteer (Mentor)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sure that you have completed the Mentorship ( Work Experience - 30 Hours) assignment.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Isaac Madland - Capstone Presentation</dc:title>
  <dc:creator>Isaac Madland</dc:creator>
  <cp:keywords/>
  <dcterms:created xsi:type="dcterms:W3CDTF">2026-05-13T00:53:47Z</dcterms:created>
  <dcterms:modified xsi:type="dcterms:W3CDTF">2026-05-13T00:53:47Z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sl">
    <vt:lpwstr>../../apa.csl</vt:lpwstr>
  </property>
  <property fmtid="{D5CDD505-2E9C-101B-9397-08002B2CF9AE}" pid="9" name="date">
    <vt:lpwstr>2026-05-14</vt:lpwstr>
  </property>
  <property fmtid="{D5CDD505-2E9C-101B-9397-08002B2CF9AE}" pid="10" name="draft">
    <vt:lpwstr>True</vt:lpwstr>
  </property>
  <property fmtid="{D5CDD505-2E9C-101B-9397-08002B2CF9AE}" pid="11" name="engines">
    <vt:lpwstr/>
  </property>
  <property fmtid="{D5CDD505-2E9C-101B-9397-08002B2CF9AE}" pid="12" name="footer">
    <vt:lpwstr>imadland@icloud.com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Mount Boucherie High School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subtitle">
    <vt:lpwstr>Physiotherapist or Carpenter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