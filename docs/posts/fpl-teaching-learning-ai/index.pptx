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</dc:creator>
  <cp:keywords/>
  <dcterms:created xsi:type="dcterms:W3CDTF">2026-01-15T21:12:06Z</dcterms:created>
  <dcterms:modified xsi:type="dcterms:W3CDTF">2026-01-15T21:12:06Z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mushbowl.jpg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