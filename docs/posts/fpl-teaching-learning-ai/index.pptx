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Teaching, Learning, and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Madland, Derrick Mohamed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Purposes of Assessment…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Teaching, learning, and assessing are all </a:t>
            </a:r>
            <a:r>
              <a:rPr i="1"/>
              <a:t>ontological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Agency in Assessment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Percentage Equivalents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68300"/>
            <a:ext cx="5105400" cy="406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Reliability of Grades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Validity of Grades</a:t>
            </a:r>
          </a:p>
        </p:txBody>
      </p:sp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Mega Breakouts - an Unconference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Instructions at the top of the doc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Teaching, Learning, and AI</dc:title>
  <dc:creator>Colin Madland, Derrick Mohamed</dc:creator>
  <cp:keywords/>
  <dcterms:created xsi:type="dcterms:W3CDTF">2026-05-13T00:54:12Z</dcterms:created>
  <dcterms:modified xsi:type="dcterms:W3CDTF">2026-05-13T00:54:12Z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2026-01-15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mushbowl.jpg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