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Madland, Derrick Mohamed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406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Madland, Derrick Mohamed</dc:creator>
  <cp:keywords/>
  <dcterms:created xsi:type="dcterms:W3CDTF">2026-05-10T04:32:56Z</dcterms:created>
  <dcterms:modified xsi:type="dcterms:W3CDTF">2026-05-10T04:32:56Z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mushbowl.jpg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