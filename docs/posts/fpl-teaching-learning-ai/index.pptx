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29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2026-01-15T21:19:10Z</dcterms:created>
  <dcterms:modified xsi:type="dcterms:W3CDTF">2026-01-15T21:19:10Z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footer">
    <vt:lpwstr>colin.madland@twu.ca | TWU Faculty Professional Learning Seminar</vt:lpwstr>
  </property>
  <property fmtid="{D5CDD505-2E9C-101B-9397-08002B2CF9AE}" pid="10" name="header-includes">
    <vt:lpwstr/>
  </property>
  <property fmtid="{D5CDD505-2E9C-101B-9397-08002B2CF9AE}" pid="11" name="image">
    <vt:lpwstr>mushbowl.jpg</vt:lpwstr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logo">
    <vt:lpwstr>twulogo.png</vt:lpwstr>
  </property>
  <property fmtid="{D5CDD505-2E9C-101B-9397-08002B2CF9AE}" pid="16" name="title-block-banner">
    <vt:lpwstr>True</vt:lpwstr>
  </property>
  <property fmtid="{D5CDD505-2E9C-101B-9397-08002B2CF9AE}" pid="17" name="toc-title">
    <vt:lpwstr>Table of contents</vt:lpwstr>
  </property>
</Properties>
</file>